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Financial Decision Support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intelligent system for financial analysis and decision making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financial tracking is inefficient and lacks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income, expenses, provide AI insights and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Processing → Analysis → Visualization → AI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input, Reports, Charts, AI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Streamlit, Pandas, OpenAI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Accurate reports, insights, improved decision-making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enhances financial awareness and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